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21258-6A1A-DBC4-33FF-7DC6FEA62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0241B-8B05-93BB-43D8-882DB76E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F8E9E-C5F4-A96D-E588-47B65D88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A03CC-FB04-961E-90B8-29F20257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EDCA0-DE37-1331-B8C2-E7957C3D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9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05AB-512B-7D3B-3C1A-2466C620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1CC8-E501-D8AD-F768-28CDF412C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20007-9831-4C4B-73F3-DAFCCC4F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F14F1-2D33-AF9B-7159-01773F0D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56A33-9CA3-0BD7-AF06-46808D29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6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6AE2-D7CE-0D74-21D2-1AB9BC58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89F4F-2A97-8055-F256-ABA1FA08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7DA12-FE46-2C2D-0FA4-DDEE30DA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76FD-62A7-FA62-70B4-4AF07008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60B38-7F48-8CD2-D505-B4480455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1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6CD5-ADCF-C5FB-8C1A-4D597DB0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4FB5-BF71-749B-2924-F4E86410B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F24A6-0C4C-E3BE-72AA-4B67EB424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B532C-349C-B06D-03BD-E6472392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FDEA0-B913-1094-0B4A-293E4FB5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16B5A-C909-7AA5-4241-3A9028B0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9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1D1A-68FC-28C4-8A06-48018093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CBC92-3E6C-CD48-D194-90F171A0A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7423F-6143-AD45-22AB-58A7C9C4B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B26E-AEC0-E94B-B5C2-B21D76F1C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5BC78-A56B-4042-3F23-CC1F8C468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CF29E-5097-15F1-4220-862D9806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4D52D-FB9C-8652-799F-F4B3A83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F6CB5-CCC8-295C-93F5-EC23ABF6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3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A919-2F6B-5D99-0B0E-731AD00A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F002-762C-0B5B-2005-49284D8C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D7C39-5CB2-C3C4-9F29-45C072F6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E3852-1297-85D5-7C9E-C0FB6037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3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AA8FFB-9057-54F9-8FA4-89407EDB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158C6-F677-48F0-D2C1-FCFA6B03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F247C-0AC7-CAB9-A732-B78472425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9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E4C4-3894-0D66-BC5A-25F1A6E8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4D258-F170-49E0-8351-D23956C5F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469BA-BD19-72D7-D069-3F1EB67A1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609F9-EFB2-9BA7-21F9-560C6CF5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C046D-6C0E-712F-5453-5A4FBF15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B8605-6C3A-9B54-2665-9AA29ECE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1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6321-E7B0-44EE-2303-FA626A6E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C1094-3970-58CF-9CA3-6147FD355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56763-FE1B-7051-B2E0-E49C4201F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BE042-76DB-F2D9-F20A-E61DCD1D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4BEAC-1B6E-76AD-E9EE-0FE4C926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8FA5C-DFAA-B5EE-9D28-10210039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C513-87F3-3E6D-3503-A7D2FD0E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4F9F1-0A78-810C-585B-6809691FF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FA7A7-26BC-AE91-69EE-F05D30B6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3981B-5DDD-CF31-307C-D287EC5C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08AF8-CEE4-0568-5E4C-D93C3081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9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E428A-999B-4876-7730-91FAA9F60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16D92-D6BC-CA74-8E17-30ABE814E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75EE4-87E3-8954-0E93-FB4B93F5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44B17-43E5-82A0-3002-B8F02356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3D6CD-81A2-9F3F-FCCC-94A59EFA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2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3D512-83F3-7E0C-D1E0-5300BF54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A65B5-A51B-16FE-D288-3C6252C9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04F8-1E62-2A91-0B8A-98C64E8AB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431BF-ADEA-4935-AEB1-92981150E5E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A5BFA-6DA5-D77B-D773-FF0678A02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34B2-9471-5919-A7E9-6B938D112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F4D11-D334-4CCB-870E-47C4DE2AE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0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5694-4EE9-D588-A5BF-3358598FC1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85ED-6024-DCA7-34AD-EE1DFE69E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22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CBFA0-3424-2D05-D7B4-FBAE5142A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9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03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Zihan</dc:creator>
  <cp:lastModifiedBy>Zheng, Zihan</cp:lastModifiedBy>
  <cp:revision>1</cp:revision>
  <dcterms:created xsi:type="dcterms:W3CDTF">2026-07-29T18:46:07Z</dcterms:created>
  <dcterms:modified xsi:type="dcterms:W3CDTF">2026-07-29T19:14:41Z</dcterms:modified>
</cp:coreProperties>
</file>